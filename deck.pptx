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2.mp4"/><Relationship Id="rId4" Type="http://schemas.openxmlformats.org/officeDocument/2006/relationships/video" Target="../media/media2.mp4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3.mp4"/><Relationship Id="rId4" Type="http://schemas.openxmlformats.org/officeDocument/2006/relationships/video" Target="../media/media3.mp4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4.mp4"/><Relationship Id="rId4" Type="http://schemas.openxmlformats.org/officeDocument/2006/relationships/video" Target="../media/media4.mp4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microsoft.com/office/2007/relationships/media" Target="../media/media5.mp4"/><Relationship Id="rId4" Type="http://schemas.openxmlformats.org/officeDocument/2006/relationships/video" Target="../media/media5.mp4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841500"/>
            <a:ext cx="7531100" cy="7395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24"/>
              </a:lnSpc>
            </a:pPr>
            <a:r>
              <a:rPr sz="5600" b="0" spc="-150">
                <a:solidFill>
                  <a:srgbClr val="F2F5FA"/>
                </a:solidFill>
                <a:latin typeface="Segoe UI Semibold"/>
              </a:rPr>
              <a:t>The review </a:t>
            </a:r>
            <a:r>
              <a:rPr sz="5600" b="0" spc="-150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63881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C9D3E8"/>
                </a:solidFill>
                <a:latin typeface="Segoe UI"/>
              </a:rPr>
              <a:t>How to check what an agent wrote, and make every review better than the last.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5778500"/>
            <a:ext cx="2470844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F2F5FA"/>
                </a:solidFill>
                <a:latin typeface="Segoe UI Semibold"/>
              </a:rPr>
              <a:t>Kenneth Rohde Christiansen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6054725"/>
            <a:ext cx="3262808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75"/>
              </a:lnSpc>
            </a:pPr>
            <a:r>
              <a:rPr sz="1500" b="0">
                <a:solidFill>
                  <a:srgbClr val="8A97B1"/>
                </a:solidFill>
                <a:latin typeface="Segoe UI"/>
              </a:rPr>
              <a:t>review-loop · open source,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The agent writes the change in minutes.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Someone still has to be sure it is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This talk is about that someone, and how to stop them being a bottleneck.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Where we are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Writing got cheap. Reading did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What a review is made of, and what it costs.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Four levels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From one command to a team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302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Turn every outside comment into a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Writing got cheap. Reading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change you did not type is a change you have to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an agent produces them faster than anyone can read.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Two moments to find out a change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After it goes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reviewer, a bot or a user finds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You fix it in another 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next change gets the same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Before it goes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same checks run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It is fixed in the same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The class of bug gets a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outside review comments on three pull requests were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All eight were fixed. None of them changed the next review.</a:t>
            </a:r>
            <a:r>
              <a:rPr sz="1600" b="0">
                <a:solidFill>
                  <a:srgbClr val="C9D3E8"/>
                </a:solidFill>
                <a:latin typeface="Segoe UI"/>
              </a:rPr>
              <a:t> The fixes disappeared into the pull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real round, in the review-loop README. Copilot comments on three pull requests of one project.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Fixing a comment fixes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one line.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The next change gets the same comment.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Nothing in the process remembers.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215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Most of our time goes on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reading,</a:t>
            </a:r>
            <a:r>
              <a:rPr sz="4600" b="0" spc="-100">
                <a:solidFill>
                  <a:srgbClr val="F2F5FA"/>
                </a:solidFill>
                <a:latin typeface="Segoe UI Semibold"/>
              </a:rPr>
              <a:t> and how we read is almost never discussed.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So it is never improved.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Tudor Girba and Simon Wardley, "Rewilding software engineering", chapter 1,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Teams that review agent-written code at scale review in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Verify before the pull request. An AI review on every pull request, its findings checked by other agents. A file that says what matters. Past incidents as the test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Osmani, Lunt and Wang, "Solving code review at Anthropic", October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Not a step at the end.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A loop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that gets better each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Check it yourself. Let others check it. Turn what they find into a check that runs.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one review is made of, and what it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Five parts, one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good reviewer reads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whole functions,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diff 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callers and siblings needed to answer a question. The report says what was read in full and what was only skimmed.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Nineteen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lenses.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One question each.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Untrusted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909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Missing, null, the wrong type, huge, negative, NaN?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Error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Can it report success after the write failed?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Every writer of a flag, and every reset of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comment says "never". Is that true for every caller?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skills/pre-pr-review/SKILL.md, section 3. Others: limits, cost, routing, platform, tests, concurrency, UI, dead code, other doors to the same resource.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small change, three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Twelve lines. Read it through the lenses and ask, for each line, what input breaks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A small example change made for this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Verify: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write the failure,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then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Every finding names the input that breaks it. What cannot be made concrete is dropped, or listed as "could not confirm".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Output of the probe on the example change, Node 22.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Outside reviewers are cheap and sometimes wrong.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Yours should not 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finding without a concrete failure does not go in the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73500"/>
            <a:ext cx="7658100" cy="881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72"/>
              </a:lnSpc>
            </a:pPr>
            <a:r>
              <a:rPr sz="3100" b="0" spc="-50">
                <a:solidFill>
                  <a:srgbClr val="F2F5FA"/>
                </a:solidFill>
                <a:latin typeface="Segoe UI Semibold"/>
              </a:rPr>
              <a:t>of the real problems found by </a:t>
            </a:r>
            <a:r>
              <a:rPr sz="3100" b="0" spc="-50">
                <a:solidFill>
                  <a:srgbClr val="3DD9FF"/>
                </a:solidFill>
                <a:latin typeface="Segoe UI Semibold"/>
              </a:rPr>
              <a:t>one cheap reader.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05800" y="1079500"/>
            <a:ext cx="3213100" cy="1401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FFB84D"/>
                </a:solidFill>
                <a:latin typeface="Segoe UI Semibold"/>
              </a:rPr>
              <a:t>Our first baseline, code only, the cheapest model for every reader.</a:t>
            </a:r>
            <a:r>
              <a:rPr sz="1600" b="0">
                <a:solidFill>
                  <a:srgbClr val="C9D3E8"/>
                </a:solidFill>
                <a:latin typeface="Segoe UI"/>
              </a:rPr>
              <a:t> A small set of cases. It is the reason for the next slide, not a general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review-loop's own first baseline, in skills/pre-pr-review/references/multipass.md.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Three readers, each with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one job,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then a vote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Pay for three readers only when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8B7CFF"/>
                </a:solidFill>
                <a:latin typeface="Segoe UI Semibold"/>
              </a:rPr>
              <a:t>One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Documentation and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74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small code change, away from any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40347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one read of the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Three readers and a 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larger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Always, for a path marked as a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Costs about three 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review-loop depth, skills/pre-pr-review/scripts/review-depth.sh. Default limit: 60 changed code 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It asks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before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you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last commit, the last seven and the last twenty of a real 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October 2026.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cycles at most. Then ask whether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approach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After the first pass, read only the new diff. Fix the class of a bug, not the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What failure means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here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goes in one short file.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REVIEW.md: what counts as a failure, which paths guard something, what to ignore, which classes were raised before. The reviewer reads it first.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Checks that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Attention is expensive. A search is free.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If a search can find the pattern,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do not ask a reader to remember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 line in a prompt costs attention on every review. A sweep costs a second and no model.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Sweeps: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the added lines,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run through search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No model, no cost. Each hit is a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(github.com/kenchris/soma-breakout), last 20 commits, output shortened.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584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40"/>
              </a:lnSpc>
            </a:pPr>
            <a:r>
              <a:rPr sz="6000" b="0" spc="-100">
                <a:solidFill>
                  <a:srgbClr val="F2F5FA"/>
                </a:solidFill>
                <a:latin typeface="Segoe UI Semibold"/>
              </a:rPr>
              <a:t>A hit is </a:t>
            </a:r>
            <a:r>
              <a:rPr sz="6000" b="0" spc="-100">
                <a:solidFill>
                  <a:srgbClr val="3DD9FF"/>
                </a:solidFill>
                <a:latin typeface="Segoe UI Semibold"/>
              </a:rPr>
              <a:t>a question,</a:t>
            </a:r>
            <a:r>
              <a:rPr sz="6000" b="0" spc="-100">
                <a:solidFill>
                  <a:srgbClr val="F2F5FA"/>
                </a:solidFill>
                <a:latin typeface="Segoe UI Semibold"/>
              </a:rPr>
              <a:t> not a finding.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58775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Both of these are fine. The parse sits in a try and clamps the value. The listeners are added once, in a page that lives as long as the game. Answering takes a second.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js/assist.js and js/secretCode.js in Neon Smash.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Depth and sweeps on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a real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Last commit: one reader. Last seven: three. Then the added lines run through the sweeps: two questions, no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depth-sweep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Your own sweep is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name ## which files ## regex ## why. It goes in REVIEW.sweeps at the root of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format of REVIEW.sweeps.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gate: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"reviewed"</a:t>
            </a:r>
            <a:r>
              <a:rPr sz="3300" b="0" spc="-75">
                <a:solidFill>
                  <a:srgbClr val="F2F5FA"/>
                </a:solidFill>
                <a:latin typeface="Segoe UI Semibold"/>
              </a:rPr>
              <a:t> becomes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A report in reviews/ with Open: 0 must cover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The gate checks that a review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was written.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Not that it was good.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It is a hand-over rule. Quality comes from the lenses, the readers, the verification and the eval.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gate fails, then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234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No report: it stops. A report with Open: 0 that covers the commit: it passes.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The report was written by hand.</a:t>
            </a:r>
          </a:p>
        </p:txBody>
      </p:sp>
      <p:pic>
        <p:nvPicPr>
          <p:cNvPr id="6" name="term-gat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Four levels. Stop when it is enough.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Each level adds </a:t>
            </a:r>
            <a:r>
              <a:rPr sz="4400" b="0" spc="-75">
                <a:solidFill>
                  <a:srgbClr val="3DD9FF"/>
                </a:solidFill>
                <a:latin typeface="Segoe UI Semibold"/>
              </a:rPr>
              <a:t>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One command, no setup.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Tell it about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6449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Two minutes,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806700"/>
            <a:ext cx="2070100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987800"/>
            <a:ext cx="2070100" cy="28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For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806700"/>
            <a:ext cx="20701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 from outside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6449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Optional, pays off after a few rounds.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Ask for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The current branch, a pull request, a range, or three readers and a vote. Fix what it finds and run it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These are typed to the agent (Claude Code, or VS Code), not to a shell.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Needs bash and git. On Windows, install.cmd finds the bash of Git for Windows.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Install.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Tell it about your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It never overwrites. Edit REVIEW.md a little: the reviewer reads it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Neon Smash (github.com/kenchris/soma-breakout).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A REVIEW.md for a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small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Short on purpose. A reviewer that has to read a long file reads it badly.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REVIEW.md written for Neon Smash for this talk.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2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ten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14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init creates REVIEW.md, REVIEW.sweeps, REVIEW.gate and reviews/. doctor checks the install.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851697"/>
            <a:ext cx="2324100" cy="13078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Windows 11, Git Bash. The output is real; the typing is replayed. Neon Smash, github.com/kenchris/soma-breakout</a:t>
            </a:r>
          </a:p>
        </p:txBody>
      </p:sp>
      <p:pic>
        <p:nvPicPr>
          <p:cNvPr id="6" name="term-ini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The same checks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inside VS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8599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Terminal, Run Task, review-loop: sweeps. The wait for the terminal is cut. The hits are added as warnings on the lines, in the Problems panel and in the editor.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5082778"/>
            <a:ext cx="2324100" cy="1076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a clean profile, Neon Smash. Recorded live: the task output and the warnings are real.</a:t>
            </a:r>
          </a:p>
        </p:txBody>
      </p:sp>
      <p:pic>
        <p:nvPicPr>
          <p:cNvPr id="6" name="vscode-task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/pre-pr-review in </a:t>
            </a:r>
            <a:r>
              <a:rPr sz="3300" b="0" spc="-75">
                <a:solidFill>
                  <a:srgbClr val="3DD9FF"/>
                </a:solidFill>
                <a:latin typeface="Segoe UI Semibold"/>
              </a:rPr>
              <a:t>Copilot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500" y="1714500"/>
            <a:ext cx="2324100" cy="1594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0">
                <a:solidFill>
                  <a:srgbClr val="DCE4F5"/>
                </a:solidFill>
                <a:latin typeface="Segoe UI"/>
              </a:rPr>
              <a:t>Agent mode in VS Code, on the last commit of Neon Smash. The report: no Important or Nit findings, and it says it could not run the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07500" y="4620617"/>
            <a:ext cx="2324100" cy="15388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>
                <a:solidFill>
                  <a:srgbClr val="8A97B1"/>
                </a:solidFill>
                <a:latin typeface="Segoe UI"/>
              </a:rPr>
              <a:t>VS Code on Windows 11, recorded live. Typing 2 times and the agent's work 6 times faster, still stretches cut. /pre-pr-review HEAD~1..HEAD, a ten-line change.</a:t>
            </a:r>
          </a:p>
        </p:txBody>
      </p:sp>
      <p:pic>
        <p:nvPicPr>
          <p:cNvPr id="6" name="vscode-copil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11200" y="1587500"/>
            <a:ext cx="8128000" cy="457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Make "reviewed" 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Commit the report. Check before a hand-over or merge.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Run on the example change made for this talk. The report is written by the agent, here by hand.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In CI the scripts run.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The skills do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Sweep hits appear as warnings on the changed lines of a pull request. The gate can be a required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docs/ci.md. The sample workflow is a sketch, not yet run on GitHub.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Plain SKILL.md files. They work where an agent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loads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Claude Code, VS Code (Copilot agent mode and the Claude Code extension), other agents that read a skills folder. The scripts need only bash and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VS Code.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Every outside comment is a check you did not have.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From a review thread to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the next review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Level 4: four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562600"/>
            <a:ext cx="108077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Download the open threads. See what is undecided. Decide each one. Then ask the agent what would have caught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Needs node 18 and a token that can read the pull requests.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verdict is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your decision</a:t>
            </a:r>
            <a:r>
              <a:rPr sz="3800" b="0" spc="-75">
                <a:solidFill>
                  <a:srgbClr val="F2F5FA"/>
                </a:solidFill>
                <a:latin typeface="Segoe UI Semibold"/>
              </a:rPr>
              <a:t> about one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2395835"/>
            <a:ext cx="41021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5200" y="2395835"/>
            <a:ext cx="6743700" cy="6266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Right, and fixed. Give the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3022500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rejected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5200" y="3022500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Wrong. Say why: it is remembered.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645991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caught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5200" y="3645991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My own review had already reported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4269482"/>
            <a:ext cx="41021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F2F5FA"/>
                </a:solidFill>
                <a:latin typeface="Segoe UI Semibold"/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200" y="4269482"/>
            <a:ext cx="6743700" cy="6234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Real, but not now.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docs/learning-from-reviews.md. Also: missed, and new for undecided.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The cheapest change that </a:t>
            </a:r>
            <a:r>
              <a:rPr sz="3800" b="0" spc="-75">
                <a:solidFill>
                  <a:srgbClr val="3DD9FF"/>
                </a:solidFill>
                <a:latin typeface="Segoe UI Semibold"/>
              </a:rPr>
              <a:t>would have caught it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What /retro said about a real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The lens covered it, the reader skipped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84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one-line search would find it: a pointer cast with no family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16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1600" y="3048000"/>
            <a:ext cx="2070100" cy="5607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deleted test file nobody had noticed.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4800" y="2552700"/>
            <a:ext cx="20701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94800" y="3048000"/>
            <a:ext cx="20701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A ranked list of changes, instead of nine fixes that teach nothing.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The Copilot round from slide 7: nine comments, eight right. The README does not break down the other three.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Measure the reviewer too.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Recall and noise.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Both.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1079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Recall: of the real problems, how many it reported. Noise: of what it reported, how much was wrong. Raising recall is easy. Noise is what it costs the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skills/review-eval/SKILL.md.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A rejected comment keeps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your reason.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It is not fixed twice.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And a change to the lenses is kept only if the eval says it helped.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8225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84"/>
              </a:lnSpc>
            </a:pPr>
            <a:r>
              <a:rPr sz="4600" b="0" spc="-100">
                <a:solidFill>
                  <a:srgbClr val="F2F5FA"/>
                </a:solidFill>
                <a:latin typeface="Segoe UI Semibold"/>
              </a:rPr>
              <a:t>It pays off after a few rounds. </a:t>
            </a:r>
            <a:r>
              <a:rPr sz="4600" b="0" spc="-100">
                <a:solidFill>
                  <a:srgbClr val="3DD9FF"/>
                </a:solidFill>
                <a:latin typeface="Segoe UI Semibold"/>
              </a:rPr>
              <a:t>With one or two comments there is nothing to learn from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82905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Start with review-loop threads sync.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What it does not 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06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0" spc="-75">
                <a:solidFill>
                  <a:srgbClr val="F2F5FA"/>
                </a:solidFill>
                <a:latin typeface="Segoe UI Semibold"/>
              </a:rPr>
              <a:t>A small, generic version of some of these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68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3DD9FF"/>
                </a:solidFill>
                <a:latin typeface="Segoe UI Semibold"/>
              </a:rPr>
              <a:t>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Lenses, sweeps and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Several readers and a 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A report, a gate and a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Retro and 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900" y="2209800"/>
            <a:ext cx="4597400" cy="42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500" b="0" spc="-50">
                <a:solidFill>
                  <a:srgbClr val="FFB84D"/>
                </a:solidFill>
                <a:latin typeface="Segoe UI Semibold"/>
              </a:rPr>
              <a:t>It 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900" y="283845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Merge queues and staged rollout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900" y="328801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Feature flags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900" y="373757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Risk-tiered approval (planned)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900" y="4187130"/>
            <a:ext cx="4597400" cy="44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DCE4F5"/>
                </a:solidFill>
                <a:latin typeface="Segoe UI"/>
              </a:rPr>
              <a:t>Explainers for modules (planned)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README, Background, and PLAN.md.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20603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Three readers cost about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three times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one. Say so before launching.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40640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The tool asks first for a large diff, suggests a model per reader, and the eval records the tokens each run used.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On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Free, free, and one reader. Fix what it finds. Stop here if that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6397029"/>
            <a:ext cx="10807700" cy="1815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>
                <a:solidFill>
                  <a:srgbClr val="8A97B1"/>
                </a:solidFill>
                <a:latin typeface="Segoe UI"/>
              </a:rPr>
              <a:t>Levels 1 and 2 of the README.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Start at level 1.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Stop when it is enough.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3599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github.com/kenchris/review-loop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3810000"/>
            <a:ext cx="9563100" cy="8289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28"/>
              </a:lnSpc>
            </a:pPr>
            <a:r>
              <a:rPr sz="6400" b="0" spc="-150">
                <a:solidFill>
                  <a:srgbClr val="F2F5FA"/>
                </a:solidFill>
                <a:latin typeface="Segoe UI Semibold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270500"/>
            <a:ext cx="8293100" cy="377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70"/>
              </a:lnSpc>
            </a:pPr>
            <a:r>
              <a:rPr sz="2200" b="0">
                <a:solidFill>
                  <a:srgbClr val="C9D3E8"/>
                </a:solidFill>
                <a:latin typeface="Segoe UI"/>
              </a:rPr>
              <a:t>On your own branch. About 20 minutes.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20"/>
              </a:lnSpc>
            </a:pPr>
            <a:r>
              <a:rPr sz="4400" b="0" spc="-75">
                <a:solidFill>
                  <a:srgbClr val="F2F5FA"/>
                </a:solidFill>
                <a:latin typeface="Segoe UI Semibold"/>
              </a:rPr>
              <a:t>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5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2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doctor shows 8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940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40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/pre-pr-review on a branch with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depth, then sweeps.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6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review-loop init, edit REVIEW.md.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302000"/>
            <a:ext cx="1155700" cy="841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Save a report, run the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9200" y="2806700"/>
            <a:ext cx="11557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500" b="0" spc="-50">
                <a:solidFill>
                  <a:srgbClr val="F2F5FA"/>
                </a:solidFill>
                <a:latin typeface="Segoe UI Semibold"/>
              </a:rPr>
              <a:t>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9200" y="3302000"/>
            <a:ext cx="115570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</a:pPr>
            <a:r>
              <a:rPr sz="1600" b="0">
                <a:solidFill>
                  <a:srgbClr val="B9C5DD"/>
                </a:solidFill>
                <a:latin typeface="Segoe UI"/>
              </a:rPr>
              <a:t>Optional: threads sync, then /retro.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Install, ask,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Did the review find something the sweeps did not? Did the sweeps ask something the review answered?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838200"/>
            <a:ext cx="10807700" cy="4400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spc="-75">
                <a:solidFill>
                  <a:srgbClr val="F2F5FA"/>
                </a:solidFill>
                <a:latin typeface="Segoe UI Semibold"/>
              </a:rPr>
              <a:t>Setup, then 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5854700"/>
            <a:ext cx="10807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0">
                <a:solidFill>
                  <a:srgbClr val="C9D3E8"/>
                </a:solidFill>
                <a:latin typeface="Segoe UI"/>
              </a:rPr>
              <a:t>Edit REVIEW.md first: three lines on what failure means in your project.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1200" y="1651000"/>
            <a:ext cx="9944100" cy="137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8"/>
              </a:lnSpc>
            </a:pPr>
            <a:r>
              <a:rPr sz="5200" b="0" spc="-100">
                <a:solidFill>
                  <a:srgbClr val="F2F5FA"/>
                </a:solidFill>
                <a:latin typeface="Segoe UI Semibold"/>
              </a:rPr>
              <a:t>For those with </a:t>
            </a:r>
            <a:r>
              <a:rPr sz="5200" b="0" spc="-100">
                <a:solidFill>
                  <a:srgbClr val="3DD9FF"/>
                </a:solidFill>
                <a:latin typeface="Segoe UI Semibold"/>
              </a:rPr>
              <a:t>open pull requests</a:t>
            </a:r>
            <a:r>
              <a:rPr sz="5200" b="0" spc="-100">
                <a:solidFill>
                  <a:srgbClr val="F2F5FA"/>
                </a:solidFill>
                <a:latin typeface="Segoe UI Semibold"/>
              </a:rPr>
              <a:t> and review comments.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200" y="3378200"/>
            <a:ext cx="8674100" cy="7199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100" b="0">
                <a:solidFill>
                  <a:srgbClr val="C9D3E8"/>
                </a:solidFill>
                <a:latin typeface="Segoe UI"/>
              </a:rPr>
              <a:t>review-loop threads sync --repo owner/name, then decide each thread. Then /retro, and read the list before you apply anything.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review loop</dc:title>
  <dc:subject/>
  <dc:creator>Kenneth Rohde Christiansen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