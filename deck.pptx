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Four levels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From one command to a team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Turn every outside comment into a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real round, in the review-loop README. Copilot comments on three pull requests of one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Teams that review agent-written code at scale review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"Solving code review at Anthropic",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Terminal, Run Task, review-loop: sweeps.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/pre-pr-review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27771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Agent mode in VS Code, on the last commit of Neon Smash. The middle is sped up 12 times. The report: no Important or Nit findings, and it says it could not run the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11. Recorded live, sped up in the middle. /pre-pr-review HEAD~1..HEAD, a ten-line change.</a:t>
            </a:r>
          </a:p>
        </p:txBody>
      </p:sp>
      <p:pic>
        <p:nvPicPr>
          <p:cNvPr id="6" name="vscode-copil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four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See what is undecided. Decide each one. Then ask the agent what would have caught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