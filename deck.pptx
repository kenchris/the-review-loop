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1.mp4"/><Relationship Id="rId4" Type="http://schemas.openxmlformats.org/officeDocument/2006/relationships/video" Target="../media/media1.mp4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2.mp4"/><Relationship Id="rId4" Type="http://schemas.openxmlformats.org/officeDocument/2006/relationships/video" Target="../media/media2.mp4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3.mp4"/><Relationship Id="rId4" Type="http://schemas.openxmlformats.org/officeDocument/2006/relationships/video" Target="../media/media3.mp4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4.mp4"/><Relationship Id="rId4" Type="http://schemas.openxmlformats.org/officeDocument/2006/relationships/video" Target="../media/media4.mp4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5.mp4"/><Relationship Id="rId4" Type="http://schemas.openxmlformats.org/officeDocument/2006/relationships/video" Target="../media/media5.mp4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841500"/>
            <a:ext cx="7531100" cy="7395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24"/>
              </a:lnSpc>
            </a:pPr>
            <a:r>
              <a:rPr sz="5600" b="0" spc="-150">
                <a:solidFill>
                  <a:srgbClr val="F2F5FA"/>
                </a:solidFill>
                <a:latin typeface="Segoe UI Semibold"/>
              </a:rPr>
              <a:t>The review </a:t>
            </a:r>
            <a:r>
              <a:rPr sz="5600" b="0" spc="-150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63881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>
                <a:solidFill>
                  <a:srgbClr val="C9D3E8"/>
                </a:solidFill>
                <a:latin typeface="Segoe UI"/>
              </a:rPr>
              <a:t>How to check what an agent wrote, and make every review better than the last.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5778500"/>
            <a:ext cx="2470844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F2F5FA"/>
                </a:solidFill>
                <a:latin typeface="Segoe UI Semibold"/>
              </a:rPr>
              <a:t>Kenneth Rohde Christiansen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6054725"/>
            <a:ext cx="3262808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8A97B1"/>
                </a:solidFill>
                <a:latin typeface="Segoe UI"/>
              </a:rPr>
              <a:t>review-loop · open source,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The agent writes the change in minutes.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Someone still has to be sure it is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This talk is about that someone, and how to stop them being a bottleneck.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Where we are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5214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152142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Writing got cheap. Reading did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9720" y="2806700"/>
            <a:ext cx="152151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Why it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9720" y="3644900"/>
            <a:ext cx="1521519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one team found, and how review-loop answers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4339" y="2806700"/>
            <a:ext cx="152142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4339" y="3302000"/>
            <a:ext cx="152142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a review is made of, and what it costs.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8860" y="2806700"/>
            <a:ext cx="1521519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8860" y="3302000"/>
            <a:ext cx="1521519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Four levels, and learning from outside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43479" y="2806700"/>
            <a:ext cx="15214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For 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43479" y="3644900"/>
            <a:ext cx="152142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to measure, who owns it, how to start.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Writing got cheap. Reading did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change you did not type is a change you have to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an agent produces them faster than anyone can read.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Two moments to find out a change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After it goes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reviewer, a bot or a user finds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You fix it in another 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next change gets the same comment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Before it goes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same checks run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It is fixed in the same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class of bug gets a 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outside review comments on three pull requests were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All eight were fixed. None of them changed the next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fixes disappeared into the pull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Our own: a real round on one of our projects, from the review-loop README. Copilot comments on three pull requests.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Fixing a comment fixes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one line.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The next change gets the same comment.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Nothing in the process remembers.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Most of our time goes on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reading,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and how we read is almost never discussed.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So it is never improved.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Tudor Girba and Simon Wardley, "Rewilding software engineering", chapter 1, 2025.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post this talk keeps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coming back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claude.dev, 15 October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Claude Code team reviews its agent-written code in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Verify before the pull request. An AI review on every pull request, its findings checked by other agents. A file that says what matters. Past incidents as the test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claude.dev, 15 October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Several of these points are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also our own conclusions,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from working on our own products.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We hit the same problems: comments that taught the next review nothing, one reader finding only part of what outside reviewers found, three readers costing three times one. review-loop is what we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numbers shown for review-loop are our own measurements, small and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Not a step at the end.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A loop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that gets better each 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Check it yourself. Let others check it. Turn what they find into a check that runs.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team found when agents wrote most of the code, and how review-loop answers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1322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changes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a day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landing in Anthropic's monorepo in September, up from about 2,500 in May.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Claude writes about 90% of Claude Code's own code.</a:t>
            </a:r>
            <a:r>
              <a:rPr sz="1600" b="0">
                <a:solidFill>
                  <a:srgbClr val="C9D3E8"/>
                </a:solidFill>
                <a:latin typeface="Segoe UI"/>
              </a:rPr>
              <a:t> Claude Code has its own repository, and the post says it feels the same pressure.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claude.dev, 15 October 2026. The 30,000 is for the monorepo, not for Claude Code's repository.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When you ship this fast, line-by-line review is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incredibly difficult, if not impossible.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They did not drop review. They moved most of the reading to machines and kept people for what machines cannot decide.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goal: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less human time per change,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no more reverts than before.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Reverts and incidents are the guardrail. Human approvals per pull request, human comments and the wait for a person are what they push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1322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drop in the share of merged pull requests that had to be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reverted,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while the number merged more than doubled.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Claude Code repositories, June to September.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post gives the direction and the share, not the 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internal pull requests got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substantive review comments,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up from 16%.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At the launch of the research preview of their AI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post does not say whether 54% is the current figure.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the post does, and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where it lives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Verify before the pull request, with a fresh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/pre-pr-review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303091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A REVIEW.md written by the code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303091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REVIEW.md</a:t>
            </a:r>
            <a:r>
              <a:rPr sz="1700" b="0">
                <a:solidFill>
                  <a:srgbClr val="C9D3E8"/>
                </a:solidFill>
                <a:latin typeface="Segoe UI"/>
              </a:rPr>
              <a:t>, created by </a:t>
            </a:r>
            <a:r>
              <a:rPr sz="1530" b="0">
                <a:solidFill>
                  <a:srgbClr val="A8F0C9"/>
                </a:solidFill>
                <a:latin typeface="Consolas"/>
              </a:rPr>
              <a:t>review-loop 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4207172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Parallel reviewers, a vote, findings tagged Important, Nit or Pre-existing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4207172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multipass</a:t>
            </a:r>
            <a:r>
              <a:rPr sz="1700" b="0">
                <a:solidFill>
                  <a:srgbClr val="C9D3E8"/>
                </a:solidFill>
                <a:latin typeface="Segoe UI"/>
              </a:rPr>
              <a:t>: three readers, a vote, the same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5111253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Every finding fixed, or resolved with a reason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5111253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gate</a:t>
            </a:r>
            <a:r>
              <a:rPr sz="1700" b="0">
                <a:solidFill>
                  <a:srgbClr val="C9D3E8"/>
                </a:solidFill>
                <a:latin typeface="Segoe UI"/>
              </a:rPr>
              <a:t>: a report with Open: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Practices from Osmani, Lunt and Wang, 15 October 2026. The right column is review-loop's own README.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...and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the rest</a:t>
            </a:r>
            <a:r>
              <a:rPr sz="4400" b="0" spc="-75">
                <a:solidFill>
                  <a:srgbClr val="F2F5FA"/>
                </a:solidFill>
                <a:latin typeface="Segoe UI Semibold"/>
              </a:rPr>
              <a:t> of 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43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 recurring findings at the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43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Sweeps in </a:t>
            </a:r>
            <a:r>
              <a:rPr sz="1530" b="0">
                <a:solidFill>
                  <a:srgbClr val="A8F0C9"/>
                </a:solidFill>
                <a:latin typeface="Consolas"/>
              </a:rPr>
              <a:t>REVIEW.sweeps</a:t>
            </a:r>
            <a:r>
              <a:rPr sz="1700" b="0">
                <a:solidFill>
                  <a:srgbClr val="C9D3E8"/>
                </a:solidFill>
                <a:latin typeface="Segoe UI"/>
              </a:rPr>
              <a:t>, and </a:t>
            </a:r>
            <a:r>
              <a:rPr sz="1530" b="0">
                <a:solidFill>
                  <a:srgbClr val="A8F0C9"/>
                </a:solidFill>
                <a:latin typeface="Consolas"/>
              </a:rPr>
              <a:t>/retro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3887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Review has to converge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3887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Three cycles, only the new diff, fix the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62362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Past incidents as the reviewer's test set, noise measured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62362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/review-eval</a:t>
            </a:r>
            <a:r>
              <a:rPr sz="1700" b="0">
                <a:solidFill>
                  <a:srgbClr val="C9D3E8"/>
                </a:solidFill>
                <a:latin typeface="Segoe UI"/>
              </a:rPr>
              <a:t>: recall and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566443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Merge queue, feature flags, gradual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566443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Not covered. Risk tiers: 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Practices from Osmani, Lunt and Wang, 15 October 2026. The right column is review-loop's own README.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Review has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converge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Pass after one review-and-fix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65%, then 78%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Need five or more rounds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8.9%, then 1.5%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Mean number of reviews to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2.08, then 1.32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 Before and after the team's convergence work.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One pull request went through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more than fifty rounds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of review and fixes overnight.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person dismisses a nit in seconds. An agent makes another commit and starts another round. review-loop stops at three cycles, reads only the new diff, and fixes the class of a bug, not the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what the reviewer kept flagging was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old code,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there since the first pass.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review-loop marks it Pre-existing</a:t>
            </a:r>
            <a:r>
              <a:rPr sz="1600" b="0">
                <a:solidFill>
                  <a:srgbClr val="C9D3E8"/>
                </a:solidFill>
                <a:latin typeface="Segoe UI"/>
              </a:rPr>
              <a:t> and keeps it out of the author's count, so a round does not grow on code the change never 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 By git blame, on the pull requests the team studied.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review is made of, and what it costs.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Five parts, one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good reviewer reads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whole functions,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diff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callers and siblings needed to answer a question. The report says what was read in full and what was only skimmed.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Nineteen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lenses.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One question each.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Untrusted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909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Missing, null, the wrong type, huge, negative, NaN?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Error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Can it report success after the write failed?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Every writer of a flag, and every reset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comment says "never". Is that true for every caller?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skills/pre-pr-review/SKILL.md, section 3. Others: limits, cost, routing, platform, tests, concurrency, UI, dead code, other doors to the same resource.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small change, three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Twelve lines. Read it through the lenses and ask, for each line, what input breaks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small example change made for this talk.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Verify: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write the failure,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then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Every finding names the input that breaks it. What cannot be made concrete is dropped, or listed as "could not confirm".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Output of the probe on the example change, Node 22.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Outside reviewers are cheap and sometimes wrong.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Yours should not 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finding without a concrete failure does not go in the report.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the real problems found by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one cheap reader.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Our first baseline, code only, the cheapest model for every reader.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A small set of cases. It is the reason for the next slide, not a general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review-loop's own first baseline, in skills/pre-pr-review/references/multipass.md.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Three readers, each with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one job,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then a vote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Pay for three readers only when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8B7CFF"/>
                </a:solidFill>
                <a:latin typeface="Segoe UI Semibold"/>
              </a:rPr>
              <a:t>One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Documentation and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small code change, away from any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one read of the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Three readers and a vote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larger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Always, for a path marked as a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about three 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depth, skills/pre-pr-review/scripts/review-depth.sh. Default limit: 60 changed code lines.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It asks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before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you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last commit, the last seven and the last twenty of a real game.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October 2026.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cycles at most. Then ask whether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approach is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After the first pass, read only the new diff. Fix the class of a bug, not the 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What failure means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here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goes in one short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REVIEW.md: what counts as a failure, which paths guard something, what to ignore, which classes were raised before. The reviewer reads it first.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Checks that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Attention is expensive. A search is free.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If a search can find the pattern,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do not ask a reader to remember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line in a prompt costs attention on every review. A sweep costs a second and no model.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Sweeps: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the added lines,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run through search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 model, no cost. Each hit is a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last 20 commits, output shortened.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A hit is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a question,</a:t>
            </a:r>
            <a:r>
              <a:rPr sz="6000" b="0" spc="-100">
                <a:solidFill>
                  <a:srgbClr val="F2F5FA"/>
                </a:solidFill>
                <a:latin typeface="Segoe UI Semibold"/>
              </a:rPr>
              <a:t> not a finding.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Both of these are fine. The parse sits in a try and clamps the value. The listeners are added once, in a page that lives as long as the game. Answering takes a second.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js/assist.js and js/secretCode.js in Neon Smash.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Depth and sweeps on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a real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Last commit: one reader. Last seven: three. Then the added lines run through the sweeps: two questions, no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851697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depth-sweep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Your own sweep is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name ## which files ## regex ## why. It goes in REVIEW.sweeps at the root of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format of REVIEW.sweeps.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"reviewed"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becomes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A report in reviews/ with Open: 0 must cover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gate checks that a review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was written.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that it was good.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It is a hand-over rule. Quality comes from the lenses, the readers, the verification and the eval.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 fails, then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234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No report: it stops. A report with Open: 0 that covers the commit: it passes.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5082778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The report was written by hand.</a:t>
            </a:r>
          </a:p>
        </p:txBody>
      </p:sp>
      <p:pic>
        <p:nvPicPr>
          <p:cNvPr id="6" name="term-gat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Four levels. Stop when it is enough.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Each level adds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One command, no setup.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Tell it about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6449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Two minutes,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9878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For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 from outside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Optional, pays off after a few rounds.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current branch, a pull request, a range, or three readers and a vote. Fix what it finds and run it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These are typed to the agent (Claude Code, or VS Code), not to a shell.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Needs bash and git. On Windows, install.cmd finds the bash of Git for Windows.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Install.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Tell it about your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It never overwrites. Edit REVIEW.md a little: the reviewer reads it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REVIEW.md for a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small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Short on purpose. A reviewer that has to read a long file reads it badly.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REVIEW.md written for Neon Smash for this talk.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2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ten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init creates REVIEW.md, REVIEW.sweeps, REVIEW.gate and reviews/. doctor checks the install.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851697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ini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same checks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inside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99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0">
                <a:solidFill>
                  <a:srgbClr val="DCE4F5"/>
                </a:solidFill>
                <a:latin typeface="Segoe UI"/>
              </a:rPr>
              <a:t>Terminal, Run Task, review-loop: sweeps. The wait for the terminal is cut. The hits are added as warnings on the lines, in the Problems panel and in the editor.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5082778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a clean profile, Neon Smash. Recorded live: the task output and the warnings are real.</a:t>
            </a:r>
          </a:p>
        </p:txBody>
      </p:sp>
      <p:pic>
        <p:nvPicPr>
          <p:cNvPr id="6" name="vscode-task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/pre-pr-review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Copilot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5942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0">
                <a:solidFill>
                  <a:srgbClr val="DCE4F5"/>
                </a:solidFill>
                <a:latin typeface="Segoe UI"/>
              </a:rPr>
              <a:t>Agent mode in VS Code, on the last commit of Neon Smash. The report: no Important or Nit findings, and it says it could not run the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620617"/>
            <a:ext cx="2324100" cy="15388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recorded live. Typing 2 times and the agent's work 6 times faster, still stretches cut. /pre-pr-review HEAD~1..HEAD, a ten-line change.</a:t>
            </a:r>
          </a:p>
        </p:txBody>
      </p:sp>
      <p:pic>
        <p:nvPicPr>
          <p:cNvPr id="6" name="vscode-copilo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Not every project wants this yet.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One or two developers can try it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Keep REVIEW.md, the sweeps and the reports in a separate private repository. The skills are installed per developer, so the project itself does not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reads its settings from a file outside the repository when REVIEW_LOOP_CONFIG names one.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The project stays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as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Our idea: a review-loop-private repository with one folder per project.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One file says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where everything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reviewer reads REVIEW.md from there, the sweeps run from there, the reports and eval cases are kept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help, Configuration.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Same commands,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nothing added to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A sweep from the private file fires. The project has no new files and nothing to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Smash, HEAD~7 to HEAD, with the private files in a separate folder. Output shortened, paths shortened.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a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private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setup gives, and what it does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Works the same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/pre-pr-review, depth and sweeps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Reports, scores and eval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/retro on the outside comments you 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Does not, until it moves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CI and the gate cannot see files that are not in the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5851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Teammates review with their own settings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Nothing is shared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Our reading of the configuration. Not tested in CI.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792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Moving in later is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a copy.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79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When the team says yes, copy the files to the project root and delete the config file. The root is the default place for all of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help: the defaults are REVIEW.md, REVIEW.sweeps, reviews/ and evals/ at the repository root.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Commit the report. Check before a hand-over or merge.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 The report is written by the agent, here by hand.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In CI the scripts run.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skills do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Sweep hits appear as warnings on the changed lines of a pull request. The gate can be a required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docs/ci.md. The sample workflow is a sketch, not yet run on GitHub.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Plain SKILL.md files. They work where an agent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loads skills.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Claude Code, VS Code (Copilot agent mode and the Claude Code extension), other agents that read a skills folder. The scripts need only bash and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VS Code.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Every outside comment is a check you did not have.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If a bot reviews every push,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every push can bring new findings.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Copilot's review, CI and linters comment after you push. You fix, you push, and the next round finds something else. It starts to feel like a loop with no end. This part is for repositories where that is switched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Our experience. A real round: slide 7.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From a review thread to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the next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Every outside finding is a check you did not have. Learn from it, and the next push has fewer.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goal: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fewer findings after each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An illustration of the aim. The number to watch is outside-new in review-loop score show.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4: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three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Download the open threads. The agent proposes a verdict for each, and you confirm once. Then it asks what would have caught them. By hand: threads worksheet and threads verdict.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Needs node 18 and a token that can read the pull requests.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Deciding every thread by hand is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part people skip.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/triage reads each undecided thread against the code, proposes a verdict with the evidence, and records the ones you confirm in one call. Nothing is posted to GitHub and no code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skills/triage/SKILL.md in review-loop.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/triage on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a real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32700" y="1841500"/>
            <a:ext cx="3886200" cy="2195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70"/>
              </a:lnSpc>
            </a:pPr>
            <a:r>
              <a:rPr sz="1900" b="0" spc="-25">
                <a:solidFill>
                  <a:srgbClr val="F2F5FA"/>
                </a:solidFill>
                <a:latin typeface="Segoe UI Semibold"/>
              </a:rPr>
              <a:t>40 undecided threads on five pull requests, more than the skill reads in one go. So it split them by pull request, started three read-only readers and said it would check their proposals before showing anything.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51800" y="4265513"/>
            <a:ext cx="34671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The skill's own limit: over about 25 threads it reads in shares.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51800" y="4925913"/>
            <a:ext cx="34671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Three readers, one share each. They edit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51800" y="5586313"/>
            <a:ext cx="2982217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Nothing is recorded until I confirm.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Claude Code, on a work project. The three readers had run for 51 seconds when this was taken.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Then it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checks the readers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3650" y="1841500"/>
            <a:ext cx="3905250" cy="156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70"/>
              </a:lnSpc>
            </a:pPr>
            <a:r>
              <a:rPr sz="1900" b="0" spc="-25">
                <a:solidFill>
                  <a:srgbClr val="F2F5FA"/>
                </a:solidFill>
                <a:latin typeface="Segoe UI Semibold"/>
              </a:rPr>
              <a:t>The first reader came back after 56 seconds. The agent did not pass its answer on. It listed where the reader was thin and what it would check itself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32750" y="3638252"/>
            <a:ext cx="3486150" cy="742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Three threads rejected on thin grounds. It will read the code before they go in the 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32750" y="4546302"/>
            <a:ext cx="3230066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One verdict is mixed: only partly fixed.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2750" y="5016202"/>
            <a:ext cx="348615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The reader skipped the headers and the PR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same run, a little later. Claude Code, on a work project.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What /triage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puts in front of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One table, grouped by proposal, each with a line of evidence you can check. All or nothing when it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An example built from two sweep hits earlier in this talk, not real threads. The two runs before this slide were real.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verdict is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your decision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about one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Right, and fixed. Give the commit.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rejected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Wrong. Say why: it is remembered.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caught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My own review had already reported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269482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deferred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269482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Real, but not 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Also: missed, and new for undecided.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cheapest change that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would have caught it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/retro said about a real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The lens covered it, the reader skipped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one-line search would find it: a pointer cast with no family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deleted test file nobody had noticed.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ranked list of changes, instead of nine fixes that teach nothing.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Copilot round from slide 7: nine comments, eight right. The README does not break down the other three.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Measure the reviewer too.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Recall and noise.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Both.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Recall: of the real problems, how many it reported. Noise: of what it reported, how much was wrong. Raising recall is easy. Noise is what it costs the author.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skills/review-eval/SKILL.md.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rejected comment keeps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 reason.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It is not fixed twice.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 change to the lenses is kept only if the eval says it helped.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It pays off after a few rounds.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With one or two comments there is nothing to learn from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Start with review-loop threads sync.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For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to decide, what to measure, how to start.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60"/>
              </a:lnSpc>
            </a:pPr>
            <a:r>
              <a:rPr sz="4000" b="0" spc="-100">
                <a:solidFill>
                  <a:srgbClr val="F2F5FA"/>
                </a:solidFill>
                <a:latin typeface="Segoe UI Semibold"/>
              </a:rPr>
              <a:t>The question is not </a:t>
            </a:r>
            <a:r>
              <a:rPr sz="4000" b="0" spc="-100">
                <a:solidFill>
                  <a:srgbClr val="3DD9FF"/>
                </a:solidFill>
                <a:latin typeface="Segoe UI Semibold"/>
              </a:rPr>
              <a:t>"did a human read it?"</a:t>
            </a:r>
            <a:r>
              <a:rPr sz="4000" b="0" spc="-100">
                <a:solidFill>
                  <a:srgbClr val="F2F5FA"/>
                </a:solidFill>
                <a:latin typeface="Segoe UI Semibold"/>
              </a:rPr>
              <a:t> It is what could go wrong, and which check should catch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post calls reading by a person an imprecise proxy for that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Who does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Machines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Routine mistakes in a diff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Mechanical patterns, as sweeps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Whether the tests ran and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People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Whether to build it at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Risky code: billing, the updater, CI workflows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448429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Owning the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split is from Osmani, Lunt and Wang, 15 October 2026.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Whoever prompted the change is on the hook for it.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An agent's approval never counts as a person's.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gate checks that a review was written. It never replaces the person who signs 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What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measure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Human comments, and the time a PR waits on a person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Your tracker. review-loop does not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303091"/>
            <a:ext cx="4102100" cy="6398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Recall and noise of the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303091"/>
            <a:ext cx="6743700" cy="6398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eval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942953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Outside findings per round: the number should fall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942953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score show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847034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Reverts and incidents: the guardrail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847034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Your data. Turn each into an eval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measures are from Osmani, Lunt and Wang, 15 October 2026. The right column is review-loop's README.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cost argument is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human time,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tokens.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4398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senior engineer pulled out of deep work to catch a routine mistake costs far more than an automated review. The post gives no dollar or token figures, and neither does this talk. review-loop records the tokens each run used, so you can measure your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A way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roll it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15875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Week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2019300"/>
            <a:ext cx="2070100" cy="1005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One repository, or one or two developers with the files kept privately. Levels 1 and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9500" y="39370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Weeks 2 to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0" y="4368800"/>
            <a:ext cx="2070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Tune REVIEW.md as reviewers disagree with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15875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Then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2019300"/>
            <a:ext cx="2070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Level 3: the gate, for the paths that guard something.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8800" y="3937000"/>
            <a:ext cx="20701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After a few rounds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8800" y="4724400"/>
            <a:ext cx="2070100" cy="502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Level 4: learn from outside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post: start with one repository, tune REVIEW.md for a few weeks, then widen. The mapping to levels is ours.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Start strict,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loosen with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In review-loop a guard path always gets three readers. Automatic risk tiers from the paths a change touches are planned, not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Four questions for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Who owns a change an agent wrote?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Guards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Which paths always need a person?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would make us tighten review?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Where do review findings go after the round?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it does not do.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small, generic version of some of these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Lenses, sweeps and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Several readers and a 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report, a gate and a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Retro and 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It 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Merge queues and staged rollout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Feature flags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Risk-tiered approval (planned)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9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Explainers for modules (planned)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Background, and PLAN.md.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readers cost about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three times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one. Say so before launching.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tool asks first for a large diff, suggests a model per reader, and the eval records the tokens each run used.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On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Free, free, and one reader. Fix what it finds. Stop here if that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Levels 1 and 2 of the README.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Start at level 1.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Stop when it is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github.com/kenchris/review-loop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3DD9FF"/>
                </a:solidFill>
                <a:latin typeface="Segoe UI Semibold"/>
              </a:rPr>
              <a:t>Read more,</a:t>
            </a:r>
            <a:r>
              <a:rPr sz="4400" b="0" spc="-75">
                <a:solidFill>
                  <a:srgbClr val="F2F5FA"/>
                </a:solidFill>
                <a:latin typeface="Segoe UI Semibold"/>
              </a:rPr>
              <a:t> and try it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On your own branch. About 20 minutes.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doctor shows 8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940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/pre-pr-review on a branch with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depth, then sweeps.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init, edit REVIEW.md.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Save a report, run the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9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92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Optional: threads sync, then /retro.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Install, ask,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Did the review find something the sweeps did not? Did the sweeps ask something the review answered?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Setup, then 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Edit REVIEW.md first: three lines on what failure means in your project.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For those with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open pull requests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review comments.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review-loop threads sync --repo owner/name, then decide each thread. Then /retro, and read the list before you apply anything.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review loop</dc:title>
  <dc:subject/>
  <dc:creator>Kenneth Rohde Christiansen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